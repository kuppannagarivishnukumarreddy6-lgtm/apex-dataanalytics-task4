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Storytelling &amp; Statistical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ApexPlanet Software Pvt. Ltd.</a:t>
            </a:r>
          </a:p>
          <a:p>
            <a:r>
              <a:t>Data Analytics Internship</a:t>
            </a:r>
          </a:p>
          <a:p/>
          <a:p>
            <a:r>
              <a:t>Prepared by: Vishnu Kumar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sales data</a:t>
            </a:r>
          </a:p>
          <a:p>
            <a:pPr>
              <a:defRPr sz="2200"/>
            </a:pPr>
            <a:r>
              <a:t>• Build interactive dashboard</a:t>
            </a:r>
          </a:p>
          <a:p>
            <a:pPr>
              <a:defRPr sz="2200"/>
            </a:pPr>
            <a:r>
              <a:t>• Identify business insights</a:t>
            </a:r>
          </a:p>
          <a:p>
            <a:pPr>
              <a:defRPr sz="2200"/>
            </a:pPr>
            <a:r>
              <a:t>• Validate findings using hypothesis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Order ID</a:t>
            </a:r>
          </a:p>
          <a:p>
            <a:pPr>
              <a:defRPr sz="2200"/>
            </a:pPr>
            <a:r>
              <a:t>• Product</a:t>
            </a:r>
          </a:p>
          <a:p>
            <a:pPr>
              <a:defRPr sz="2200"/>
            </a:pPr>
            <a:r>
              <a:t>• Category</a:t>
            </a:r>
          </a:p>
          <a:p>
            <a:pPr>
              <a:defRPr sz="2200"/>
            </a:pPr>
            <a:r>
              <a:t>• City</a:t>
            </a:r>
          </a:p>
          <a:p>
            <a:pPr>
              <a:defRPr sz="2200"/>
            </a:pPr>
            <a:r>
              <a:t>• Gender</a:t>
            </a:r>
          </a:p>
          <a:p>
            <a:pPr>
              <a:defRPr sz="2200"/>
            </a:pPr>
            <a:r>
              <a:t>• Quantity</a:t>
            </a:r>
          </a:p>
          <a:p>
            <a:pPr>
              <a:defRPr sz="2200"/>
            </a:pPr>
            <a:r>
              <a:t>• Total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Removed missing values</a:t>
            </a:r>
          </a:p>
          <a:p>
            <a:pPr>
              <a:defRPr sz="2200"/>
            </a:pPr>
            <a:r>
              <a:t>• Removed duplicates</a:t>
            </a:r>
          </a:p>
          <a:p>
            <a:pPr>
              <a:defRPr sz="2200"/>
            </a:pPr>
            <a:r>
              <a:t>• Corrected data types</a:t>
            </a:r>
          </a:p>
          <a:p>
            <a:pPr>
              <a:defRPr sz="2200"/>
            </a:pPr>
            <a:r>
              <a:t>• Prepared clean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Sales by Category</a:t>
            </a:r>
          </a:p>
          <a:p>
            <a:pPr>
              <a:defRPr sz="2200"/>
            </a:pPr>
            <a:r>
              <a:t>• Top Products</a:t>
            </a:r>
          </a:p>
          <a:p>
            <a:pPr>
              <a:defRPr sz="2200"/>
            </a:pPr>
            <a:r>
              <a:t>• Revenue by City</a:t>
            </a:r>
          </a:p>
          <a:p>
            <a:pPr>
              <a:defRPr sz="2200"/>
            </a:pPr>
            <a:r>
              <a:t>• Monthly Sales Trend</a:t>
            </a:r>
          </a:p>
          <a:p>
            <a:pPr>
              <a:defRPr sz="2200"/>
            </a:pPr>
            <a:r>
              <a:t>• Gender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KPI Cards</a:t>
            </a:r>
          </a:p>
          <a:p>
            <a:pPr>
              <a:defRPr sz="2200"/>
            </a:pPr>
            <a:r>
              <a:t>• Interactive Filters</a:t>
            </a:r>
          </a:p>
          <a:p>
            <a:pPr>
              <a:defRPr sz="2200"/>
            </a:pPr>
            <a:r>
              <a:t>• Business Charts</a:t>
            </a:r>
          </a:p>
          <a:p>
            <a:pPr>
              <a:defRPr sz="2200"/>
            </a:pPr>
            <a:r>
              <a:t>• Looker Studio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Category-wise performance</a:t>
            </a:r>
          </a:p>
          <a:p>
            <a:pPr>
              <a:defRPr sz="2200"/>
            </a:pPr>
            <a:r>
              <a:t>• Top-selling products</a:t>
            </a:r>
          </a:p>
          <a:p>
            <a:pPr>
              <a:defRPr sz="2200"/>
            </a:pPr>
            <a:r>
              <a:t>• City-wise revenue</a:t>
            </a:r>
          </a:p>
          <a:p>
            <a:pPr>
              <a:defRPr sz="2200"/>
            </a:pPr>
            <a:r>
              <a:t>• Monthly trend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H0: No significant difference in average sales.</a:t>
            </a:r>
          </a:p>
          <a:p>
            <a:pPr>
              <a:defRPr sz="2200"/>
            </a:pPr>
            <a:r>
              <a:t>H1: Significant difference exists.</a:t>
            </a:r>
          </a:p>
          <a:p>
            <a:pPr>
              <a:defRPr sz="2200"/>
            </a:pPr>
            <a:r>
              <a:t>Method: Independent Two-Sample T-Test.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demonstrates end-to-end data analytics including cleaning, visualization, dashboarding, and statistical validation.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Thank you!</a:t>
            </a:r>
          </a:p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